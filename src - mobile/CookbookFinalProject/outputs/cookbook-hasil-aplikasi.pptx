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D8E6001-52A0-4990-80BE-9BC28D8E0F01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3530F-5661-48E6-9928-697669B86B1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CuBu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09638-885D-4C1D-BF94-F1A0888EF045}"/>
              </a:ext>
            </a:extLst>
          </p:cNvPr>
          <p:cNvSpPr>
            <a:spLocks noGrp="1"/>
          </p:cNvSpPr>
          <p:nvPr/>
        </p:nvSpPr>
        <p:spPr>
          <a:xfrm>
            <a:off x="400050" y="1028700"/>
            <a:ext cx="723900" cy="476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387A76-C6BA-4B85-BCA1-0083B9A44C1F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647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Cookbook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AE3CD-82AA-49F2-9A6E-1C093B60D6DE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Hasil Aplikasi Mobile Cookbook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06773-C2E3-400B-96A2-3B3FBF68444A}"/>
              </a:ext>
            </a:extLst>
          </p:cNvPr>
          <p:cNvSpPr>
            <a:spLocks noGrp="1"/>
          </p:cNvSpPr>
          <p:nvPr/>
        </p:nvSpPr>
        <p:spPr>
          <a:xfrm>
            <a:off x="400050" y="337185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belajar memasak mandiri dengan resep lokal terstruktur, video kelas dari creator terverifikasi, koleksi resep, ulasan, dan konsultasi AI.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DAF00-81A9-44D0-915A-6706FC4BAFF0}"/>
              </a:ext>
            </a:extLst>
          </p:cNvPr>
          <p:cNvSpPr>
            <a:spLocks noGrp="1"/>
          </p:cNvSpPr>
          <p:nvPr/>
        </p:nvSpPr>
        <p:spPr>
          <a:xfrm>
            <a:off x="4305300" y="5372100"/>
            <a:ext cx="3333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99DF8-571A-4E44-937B-A3BD29185627}"/>
              </a:ext>
            </a:extLst>
          </p:cNvPr>
          <p:cNvSpPr>
            <a:spLocks noGrp="1"/>
          </p:cNvSpPr>
          <p:nvPr/>
        </p:nvSpPr>
        <p:spPr>
          <a:xfrm>
            <a:off x="4533900" y="5638800"/>
            <a:ext cx="171450" cy="1714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01C46F-B92F-49DD-A1D4-434EEDAADAF3}"/>
              </a:ext>
            </a:extLst>
          </p:cNvPr>
          <p:cNvSpPr>
            <a:spLocks noGrp="1"/>
          </p:cNvSpPr>
          <p:nvPr/>
        </p:nvSpPr>
        <p:spPr>
          <a:xfrm>
            <a:off x="4857750" y="55816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Fokus demo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0809F-82F6-4052-B2AE-CB964FF6E3B2}"/>
              </a:ext>
            </a:extLst>
          </p:cNvPr>
          <p:cNvSpPr>
            <a:spLocks noGrp="1"/>
          </p:cNvSpPr>
          <p:nvPr/>
        </p:nvSpPr>
        <p:spPr>
          <a:xfrm>
            <a:off x="4533900" y="592455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889"/>
          </a:bodyPr>
          <a:lstStyle/>
          <a:p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Mobile Android sebagai client utama yang terhubung ke API backend cookbook.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EDFFE0-3254-4220-85E8-922F8BB34B23}"/>
              </a:ext>
            </a:extLst>
          </p:cNvPr>
          <p:cNvSpPr>
            <a:spLocks noGrp="1"/>
          </p:cNvSpPr>
          <p:nvPr/>
        </p:nvSpPr>
        <p:spPr>
          <a:xfrm>
            <a:off x="8039100" y="5372100"/>
            <a:ext cx="3333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68AD8D-0B70-424B-80D8-912E95E3BE07}"/>
              </a:ext>
            </a:extLst>
          </p:cNvPr>
          <p:cNvSpPr>
            <a:spLocks noGrp="1"/>
          </p:cNvSpPr>
          <p:nvPr/>
        </p:nvSpPr>
        <p:spPr>
          <a:xfrm>
            <a:off x="8267700" y="5638800"/>
            <a:ext cx="171450" cy="1714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7F53E-D3C6-458A-9C19-A45900E02FCA}"/>
              </a:ext>
            </a:extLst>
          </p:cNvPr>
          <p:cNvSpPr>
            <a:spLocks noGrp="1"/>
          </p:cNvSpPr>
          <p:nvPr/>
        </p:nvSpPr>
        <p:spPr>
          <a:xfrm>
            <a:off x="8591550" y="55816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5F5D68-99A4-4E6F-A48B-F076DDC59A90}"/>
              </a:ext>
            </a:extLst>
          </p:cNvPr>
          <p:cNvSpPr>
            <a:spLocks noGrp="1"/>
          </p:cNvSpPr>
          <p:nvPr/>
        </p:nvSpPr>
        <p:spPr>
          <a:xfrm>
            <a:off x="8267700" y="592455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889"/>
          </a:bodyPr>
          <a:lstStyle/>
          <a:p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Resep, video, koleksi, rating, profil, notifikasi, creator, dan AI.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38B7C7-9512-410C-9E8B-E8B14F51F616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34350" y="95250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4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C3252F-03EA-4CC1-BDFF-D75D9A9F719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PROBLEM -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B39E5B-67E1-43B9-B05B-7C2D7E77998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Masalah yang diselesaikan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74C16-C43F-4C4F-979C-0A61082B48D4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4C671-DB7F-4988-9017-4ABAEBCA8AD3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D1C79-F793-4600-B5FF-2C28BD58BB86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A7585-6428-4FEF-879D-C01CB4EDA5C4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5334000" cy="2686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C4E88-2C61-43DF-A0C8-41BA7CCBBEA9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1055D2-E645-4670-A1DF-7ED4E28A332C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Kondisi awal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C827C-DD57-4CA1-85BB-1C4F0530F7B6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4876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Pemula memasak sulit menemukan resep yang bertahap, relevan dengan bahan lokal, dan cukup terpercaya untuk diikuti mandiri di rumah.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664B51-8E00-439F-90C8-F9DF71B4D5F3}"/>
              </a:ext>
            </a:extLst>
          </p:cNvPr>
          <p:cNvSpPr>
            <a:spLocks noGrp="1"/>
          </p:cNvSpPr>
          <p:nvPr/>
        </p:nvSpPr>
        <p:spPr>
          <a:xfrm>
            <a:off x="6457950" y="2038350"/>
            <a:ext cx="5334000" cy="268605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83AD3B-B5C5-4877-855B-8001C0B30E01}"/>
              </a:ext>
            </a:extLst>
          </p:cNvPr>
          <p:cNvSpPr>
            <a:spLocks noGrp="1"/>
          </p:cNvSpPr>
          <p:nvPr/>
        </p:nvSpPr>
        <p:spPr>
          <a:xfrm>
            <a:off x="6686550" y="2305050"/>
            <a:ext cx="171450" cy="1714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5EA2A4-D857-4ED0-A302-E425ED04BCC5}"/>
              </a:ext>
            </a:extLst>
          </p:cNvPr>
          <p:cNvSpPr>
            <a:spLocks noGrp="1"/>
          </p:cNvSpPr>
          <p:nvPr/>
        </p:nvSpPr>
        <p:spPr>
          <a:xfrm>
            <a:off x="6686550" y="26289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Solusi aplikasi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49E4B2-8A87-45D9-9992-F46B6D3BA247}"/>
              </a:ext>
            </a:extLst>
          </p:cNvPr>
          <p:cNvSpPr>
            <a:spLocks noGrp="1"/>
          </p:cNvSpPr>
          <p:nvPr/>
        </p:nvSpPr>
        <p:spPr>
          <a:xfrm>
            <a:off x="6686550" y="3067050"/>
            <a:ext cx="4876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menghubungkan pengguna dengan resep lokal, video kelas memasak, creator terverifikasi, serta bantuan AI saat proses memasak menemui masalah.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878A06-A787-4E13-87AC-6231F7B4BC40}"/>
              </a:ext>
            </a:extLst>
          </p:cNvPr>
          <p:cNvSpPr>
            <a:spLocks noGrp="1"/>
          </p:cNvSpPr>
          <p:nvPr/>
        </p:nvSpPr>
        <p:spPr>
          <a:xfrm>
            <a:off x="1276350" y="52197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Dari pencarian resep acak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30EAFF-704A-49BC-9C7E-9DD5D013BC7E}"/>
              </a:ext>
            </a:extLst>
          </p:cNvPr>
          <p:cNvSpPr>
            <a:spLocks noGrp="1"/>
          </p:cNvSpPr>
          <p:nvPr/>
        </p:nvSpPr>
        <p:spPr>
          <a:xfrm>
            <a:off x="5838825" y="5219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204B96-2AEF-4813-AB81-8EF4F441CAD8}"/>
              </a:ext>
            </a:extLst>
          </p:cNvPr>
          <p:cNvSpPr>
            <a:spLocks noGrp="1"/>
          </p:cNvSpPr>
          <p:nvPr/>
        </p:nvSpPr>
        <p:spPr>
          <a:xfrm>
            <a:off x="7505700" y="52197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Menjadi pengalaman belajar memasak terpandu</a:t>
            </a:r>
          </a:p>
        </p:txBody>
      </p:sp>
    </p:spTree>
    <p:extLst>
      <p:ext uri="{BB962C8B-B14F-4D97-AF65-F5344CB8AC3E}">
        <p14:creationId xmlns:p14="http://schemas.microsoft.com/office/powerpoint/2010/main" val="74359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B277E8D-7561-40F2-BCDF-D163774A03E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ROLE APLIKASI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55A915-370E-4711-994D-6E565A3CA30B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Aktor dan hak akses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DF855-75B5-44A8-B704-D91FEBE0C1A7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6C521D-7F3A-41BC-8C01-BAE0CB50A0E8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2A0D6-80A1-44EC-AE5A-9DFE2F6A71BB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BB2DC-05DA-45B7-A618-B72F23814633}"/>
              </a:ext>
            </a:extLst>
          </p:cNvPr>
          <p:cNvSpPr>
            <a:spLocks noGrp="1"/>
          </p:cNvSpPr>
          <p:nvPr/>
        </p:nvSpPr>
        <p:spPr>
          <a:xfrm>
            <a:off x="400050" y="2114550"/>
            <a:ext cx="2457450" cy="2876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EFEFF-9970-438E-A24F-6AA3A6D9A1BF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7E2AA-30D7-47DF-817F-0F6CB6988D2B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857DF-0DE4-4B41-B77B-A2F399CF366A}"/>
              </a:ext>
            </a:extLst>
          </p:cNvPr>
          <p:cNvSpPr>
            <a:spLocks noGrp="1"/>
          </p:cNvSpPr>
          <p:nvPr/>
        </p:nvSpPr>
        <p:spPr>
          <a:xfrm>
            <a:off x="628650" y="342900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Melihat resep publik, detail resep, dan komentar. Interaksi diarahkan ke login.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9F0391-7C00-4971-840C-44488378FDD1}"/>
              </a:ext>
            </a:extLst>
          </p:cNvPr>
          <p:cNvSpPr>
            <a:spLocks noGrp="1"/>
          </p:cNvSpPr>
          <p:nvPr/>
        </p:nvSpPr>
        <p:spPr>
          <a:xfrm>
            <a:off x="3248025" y="2114550"/>
            <a:ext cx="2457450" cy="287655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F8158-259F-44DC-BA2D-806619686C54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190500" cy="1905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58E513-7B1D-4F9B-98C2-5BCF650BF4D9}"/>
              </a:ext>
            </a:extLst>
          </p:cNvPr>
          <p:cNvSpPr>
            <a:spLocks noGrp="1"/>
          </p:cNvSpPr>
          <p:nvPr/>
        </p:nvSpPr>
        <p:spPr>
          <a:xfrm>
            <a:off x="3476625" y="28194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22697-9CF6-476F-8743-F8386F264A2A}"/>
              </a:ext>
            </a:extLst>
          </p:cNvPr>
          <p:cNvSpPr>
            <a:spLocks noGrp="1"/>
          </p:cNvSpPr>
          <p:nvPr/>
        </p:nvSpPr>
        <p:spPr>
          <a:xfrm>
            <a:off x="3476625" y="342900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Mencari resep, menyimpan koleksi, menonton video, membuat resep, rating, ulasan, dan Tanya AI.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027AD5-AAB6-461E-8888-6C1457F6915A}"/>
              </a:ext>
            </a:extLst>
          </p:cNvPr>
          <p:cNvSpPr>
            <a:spLocks noGrp="1"/>
          </p:cNvSpPr>
          <p:nvPr/>
        </p:nvSpPr>
        <p:spPr>
          <a:xfrm>
            <a:off x="6096000" y="2114550"/>
            <a:ext cx="2457450" cy="2876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EF9EB3-39C9-43BB-B01B-BB6D01DA9AF1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A0D81-7DE2-477D-9459-17C57B0574C0}"/>
              </a:ext>
            </a:extLst>
          </p:cNvPr>
          <p:cNvSpPr>
            <a:spLocks noGrp="1"/>
          </p:cNvSpPr>
          <p:nvPr/>
        </p:nvSpPr>
        <p:spPr>
          <a:xfrm>
            <a:off x="6324600" y="28194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A06962-0A74-453C-AC1F-D2CF77ABFF51}"/>
              </a:ext>
            </a:extLst>
          </p:cNvPr>
          <p:cNvSpPr>
            <a:spLocks noGrp="1"/>
          </p:cNvSpPr>
          <p:nvPr/>
        </p:nvSpPr>
        <p:spPr>
          <a:xfrm>
            <a:off x="6324600" y="342900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Chef terverifikasi yang dapat mempublikasikan resep dan mengunggah video kelas memasak.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347CCD-D7E5-4482-A410-FDA784F3C96D}"/>
              </a:ext>
            </a:extLst>
          </p:cNvPr>
          <p:cNvSpPr>
            <a:spLocks noGrp="1"/>
          </p:cNvSpPr>
          <p:nvPr/>
        </p:nvSpPr>
        <p:spPr>
          <a:xfrm>
            <a:off x="8943975" y="2114550"/>
            <a:ext cx="2457450" cy="2876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8A5A1F-1D74-42A4-A7B5-F59876D7B6E8}"/>
              </a:ext>
            </a:extLst>
          </p:cNvPr>
          <p:cNvSpPr>
            <a:spLocks noGrp="1"/>
          </p:cNvSpPr>
          <p:nvPr/>
        </p:nvSpPr>
        <p:spPr>
          <a:xfrm>
            <a:off x="9172575" y="238125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E72A4A-81D0-4719-88D5-3C23C407F2BC}"/>
              </a:ext>
            </a:extLst>
          </p:cNvPr>
          <p:cNvSpPr>
            <a:spLocks noGrp="1"/>
          </p:cNvSpPr>
          <p:nvPr/>
        </p:nvSpPr>
        <p:spPr>
          <a:xfrm>
            <a:off x="9172575" y="28194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C8D4F6-8405-4264-B871-03A7A4BF04AA}"/>
              </a:ext>
            </a:extLst>
          </p:cNvPr>
          <p:cNvSpPr>
            <a:spLocks noGrp="1"/>
          </p:cNvSpPr>
          <p:nvPr/>
        </p:nvSpPr>
        <p:spPr>
          <a:xfrm>
            <a:off x="9172575" y="342900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Mengelola platform, konten, dan verifikasi creator melalui sisi backend/admin.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D3562-4C43-4032-9479-72678EB446BB}"/>
              </a:ext>
            </a:extLst>
          </p:cNvPr>
          <p:cNvSpPr>
            <a:spLocks noGrp="1"/>
          </p:cNvSpPr>
          <p:nvPr/>
        </p:nvSpPr>
        <p:spPr>
          <a:xfrm>
            <a:off x="400050" y="54673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257"/>
          </a:bodyPr>
          <a:lstStyle/>
          <a:p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Prinsip akses: konten publik tetap terlihat untuk evaluasi, sedangkan aksi personal dan fitur interaktif memerlukan sesi login.</a:t>
            </a:r>
          </a:p>
        </p:txBody>
      </p:sp>
    </p:spTree>
    <p:extLst>
      <p:ext uri="{BB962C8B-B14F-4D97-AF65-F5344CB8AC3E}">
        <p14:creationId xmlns:p14="http://schemas.microsoft.com/office/powerpoint/2010/main" val="94686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46E2A5F-5B5E-430E-8F1E-4E923E27732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OUTCOME APLIKASI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19C92D-278D-4B2C-8B67-351DA15FA16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Ringkasan hasil fitur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625772-2262-45B2-AF98-F3C6506AEDF3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52580-DB28-4963-BFC3-61F309BA9A10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42BC28-0812-4C6E-B8A6-378CDB3B82B4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9BC043-EBD1-43F3-92F7-6AC4B6B9C88A}"/>
              </a:ext>
            </a:extLst>
          </p:cNvPr>
          <p:cNvSpPr>
            <a:spLocks noGrp="1"/>
          </p:cNvSpPr>
          <p:nvPr/>
        </p:nvSpPr>
        <p:spPr>
          <a:xfrm>
            <a:off x="400050" y="2057400"/>
            <a:ext cx="2571750" cy="2647950"/>
          </a:xfrm>
          <a:prstGeom prst="roundRect">
            <a:avLst>
              <a:gd name="adj" fmla="val 2222"/>
            </a:avLst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840C09-9616-42CE-A11B-9DBE1A094528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2076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050" b="0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C4AC0-FFD0-4F3C-B610-30E89FF67149}"/>
              </a:ext>
            </a:extLst>
          </p:cNvPr>
          <p:cNvSpPr>
            <a:spLocks noGrp="1"/>
          </p:cNvSpPr>
          <p:nvPr/>
        </p:nvSpPr>
        <p:spPr>
          <a:xfrm>
            <a:off x="666750" y="38290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User story menjadi cakupan kebutuhan utama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72223D-4941-463A-9AF5-30B11A55BC33}"/>
              </a:ext>
            </a:extLst>
          </p:cNvPr>
          <p:cNvSpPr>
            <a:spLocks noGrp="1"/>
          </p:cNvSpPr>
          <p:nvPr/>
        </p:nvSpPr>
        <p:spPr>
          <a:xfrm>
            <a:off x="3352800" y="2057400"/>
            <a:ext cx="2571750" cy="2647950"/>
          </a:xfrm>
          <a:prstGeom prst="roundRect">
            <a:avLst>
              <a:gd name="adj" fmla="val 222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47FA6D-7A2F-4677-99DE-732822CC33E3}"/>
              </a:ext>
            </a:extLst>
          </p:cNvPr>
          <p:cNvSpPr>
            <a:spLocks noGrp="1"/>
          </p:cNvSpPr>
          <p:nvPr/>
        </p:nvSpPr>
        <p:spPr>
          <a:xfrm>
            <a:off x="3600450" y="2400300"/>
            <a:ext cx="2076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8BB5-BCEA-4C27-B51D-E75E76487658}"/>
              </a:ext>
            </a:extLst>
          </p:cNvPr>
          <p:cNvSpPr>
            <a:spLocks noGrp="1"/>
          </p:cNvSpPr>
          <p:nvPr/>
        </p:nvSpPr>
        <p:spPr>
          <a:xfrm>
            <a:off x="3619500" y="38290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Role: Guest, User, Creator, Admin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83BF71-A497-40CE-8AAE-8C47179BA35F}"/>
              </a:ext>
            </a:extLst>
          </p:cNvPr>
          <p:cNvSpPr>
            <a:spLocks noGrp="1"/>
          </p:cNvSpPr>
          <p:nvPr/>
        </p:nvSpPr>
        <p:spPr>
          <a:xfrm>
            <a:off x="6305550" y="2057400"/>
            <a:ext cx="2571750" cy="2647950"/>
          </a:xfrm>
          <a:prstGeom prst="roundRect">
            <a:avLst>
              <a:gd name="adj" fmla="val 2222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F4E55E-5D33-4F4B-A044-B7096BAAB031}"/>
              </a:ext>
            </a:extLst>
          </p:cNvPr>
          <p:cNvSpPr>
            <a:spLocks noGrp="1"/>
          </p:cNvSpPr>
          <p:nvPr/>
        </p:nvSpPr>
        <p:spPr>
          <a:xfrm>
            <a:off x="6553200" y="2400300"/>
            <a:ext cx="2076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B59A47-2FDF-4031-BFF1-FB5E79D99F33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86"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Endpoint mobile untuk resep, akun, koleksi, AI, dan profil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C289D2-E217-4F8D-B2D2-62F6AD144186}"/>
              </a:ext>
            </a:extLst>
          </p:cNvPr>
          <p:cNvSpPr>
            <a:spLocks noGrp="1"/>
          </p:cNvSpPr>
          <p:nvPr/>
        </p:nvSpPr>
        <p:spPr>
          <a:xfrm>
            <a:off x="9258300" y="2057400"/>
            <a:ext cx="2533650" cy="2647950"/>
          </a:xfrm>
          <a:prstGeom prst="roundRect">
            <a:avLst>
              <a:gd name="adj" fmla="val 225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4AB302-6144-4500-A906-2D831D5A38BE}"/>
              </a:ext>
            </a:extLst>
          </p:cNvPr>
          <p:cNvSpPr>
            <a:spLocks noGrp="1"/>
          </p:cNvSpPr>
          <p:nvPr/>
        </p:nvSpPr>
        <p:spPr>
          <a:xfrm>
            <a:off x="9505950" y="2400300"/>
            <a:ext cx="20383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05E25-E53C-40BC-9CF3-63675E04C68D}"/>
              </a:ext>
            </a:extLst>
          </p:cNvPr>
          <p:cNvSpPr>
            <a:spLocks noGrp="1"/>
          </p:cNvSpPr>
          <p:nvPr/>
        </p:nvSpPr>
        <p:spPr>
          <a:xfrm>
            <a:off x="9525000" y="38290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69"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Navigasi utama: Beranda, Tanya AI, Buat, Koleksi, Profil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073C3-ADC4-4F8F-BA66-7B0C9E6574A7}"/>
              </a:ext>
            </a:extLst>
          </p:cNvPr>
          <p:cNvSpPr>
            <a:spLocks noGrp="1"/>
          </p:cNvSpPr>
          <p:nvPr/>
        </p:nvSpPr>
        <p:spPr>
          <a:xfrm>
            <a:off x="0" y="5410200"/>
            <a:ext cx="12192000" cy="1066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968D04-C70A-4806-864C-F197BB58F71E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744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515"/>
          </a:bodyPr>
          <a:lstStyle/>
          <a:p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Hasil yang tampak pada aplikasi: pengguna dapat mulai dari melihat resep, login/register, menemukan resep, belajar dari video, menyimpan koleksi, membuat kontribusi, dan meminta bantuan AI.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620AB-6DE9-42B4-9892-8EEC5F78106F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3E99C-E9A0-4B67-8DC3-E7F042693635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567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6AA0D3B-0012-4AE5-A347-CF5AFD1FC5B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USER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EF23C2-E510-475E-BBF6-C0726FD9C41F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Alur penggunaan utama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18A33-8F3A-46D0-9084-82FC83FD4EE9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CC3FC3-1110-45DA-ADEC-60D13334341E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1B0917-ECDD-40E0-A8EB-F50F9AD594C1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331F5-BA82-438C-8607-FEF2BAE29220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1943100" cy="2476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ACB43A-D9A6-4126-8E19-E00F2F7EB007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6E09E-6D8D-4497-8862-7601333302EC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2C730-4786-4490-AC77-9AE5A1DA7520}"/>
              </a:ext>
            </a:extLst>
          </p:cNvPr>
          <p:cNvSpPr>
            <a:spLocks noGrp="1"/>
          </p:cNvSpPr>
          <p:nvPr/>
        </p:nvSpPr>
        <p:spPr>
          <a:xfrm>
            <a:off x="590550" y="3676650"/>
            <a:ext cx="1562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Lihat daftar dan detail resep publik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90F56F-8318-43FE-BD81-D2FD0500F9B3}"/>
              </a:ext>
            </a:extLst>
          </p:cNvPr>
          <p:cNvSpPr>
            <a:spLocks noGrp="1"/>
          </p:cNvSpPr>
          <p:nvPr/>
        </p:nvSpPr>
        <p:spPr>
          <a:xfrm>
            <a:off x="2400300" y="32956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CD495E-7341-47E4-9F02-C593097FFBE0}"/>
              </a:ext>
            </a:extLst>
          </p:cNvPr>
          <p:cNvSpPr>
            <a:spLocks noGrp="1"/>
          </p:cNvSpPr>
          <p:nvPr/>
        </p:nvSpPr>
        <p:spPr>
          <a:xfrm>
            <a:off x="2676525" y="2266950"/>
            <a:ext cx="1943100" cy="2476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A9A22-5EA2-4E85-88F4-27C0FD625AE6}"/>
              </a:ext>
            </a:extLst>
          </p:cNvPr>
          <p:cNvSpPr>
            <a:spLocks noGrp="1"/>
          </p:cNvSpPr>
          <p:nvPr/>
        </p:nvSpPr>
        <p:spPr>
          <a:xfrm>
            <a:off x="2867025" y="2457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D9623A-96AA-42AE-A0D0-0D9B8994C29D}"/>
              </a:ext>
            </a:extLst>
          </p:cNvPr>
          <p:cNvSpPr>
            <a:spLocks noGrp="1"/>
          </p:cNvSpPr>
          <p:nvPr/>
        </p:nvSpPr>
        <p:spPr>
          <a:xfrm>
            <a:off x="2867025" y="31623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Akun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75B4FE-35CD-41DB-8200-61164E9BB523}"/>
              </a:ext>
            </a:extLst>
          </p:cNvPr>
          <p:cNvSpPr>
            <a:spLocks noGrp="1"/>
          </p:cNvSpPr>
          <p:nvPr/>
        </p:nvSpPr>
        <p:spPr>
          <a:xfrm>
            <a:off x="2867025" y="3676650"/>
            <a:ext cx="1562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Register atau login untuk membuka fitur penuh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3C094-5D90-4515-914D-970A2C9E26FB}"/>
              </a:ext>
            </a:extLst>
          </p:cNvPr>
          <p:cNvSpPr>
            <a:spLocks noGrp="1"/>
          </p:cNvSpPr>
          <p:nvPr/>
        </p:nvSpPr>
        <p:spPr>
          <a:xfrm>
            <a:off x="4676775" y="32956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ABBE7B-2D04-4B7A-B1E0-31E9826C5FFE}"/>
              </a:ext>
            </a:extLst>
          </p:cNvPr>
          <p:cNvSpPr>
            <a:spLocks noGrp="1"/>
          </p:cNvSpPr>
          <p:nvPr/>
        </p:nvSpPr>
        <p:spPr>
          <a:xfrm>
            <a:off x="4953000" y="2266950"/>
            <a:ext cx="1943100" cy="2476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1CA30-94F8-462B-8AA0-C80FF72E3CC5}"/>
              </a:ext>
            </a:extLst>
          </p:cNvPr>
          <p:cNvSpPr>
            <a:spLocks noGrp="1"/>
          </p:cNvSpPr>
          <p:nvPr/>
        </p:nvSpPr>
        <p:spPr>
          <a:xfrm>
            <a:off x="5143500" y="2457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0BA961-5B53-4656-96D8-410CE2D73A90}"/>
              </a:ext>
            </a:extLst>
          </p:cNvPr>
          <p:cNvSpPr>
            <a:spLocks noGrp="1"/>
          </p:cNvSpPr>
          <p:nvPr/>
        </p:nvSpPr>
        <p:spPr>
          <a:xfrm>
            <a:off x="5143500" y="31623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Eksplorasi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AF5968-0D4B-426A-BAF6-F429ED045FA7}"/>
              </a:ext>
            </a:extLst>
          </p:cNvPr>
          <p:cNvSpPr>
            <a:spLocks noGrp="1"/>
          </p:cNvSpPr>
          <p:nvPr/>
        </p:nvSpPr>
        <p:spPr>
          <a:xfrm>
            <a:off x="5143500" y="3676650"/>
            <a:ext cx="1562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Cari resep dari nama atau bahan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282071-7A7C-4004-9908-B783F746C68B}"/>
              </a:ext>
            </a:extLst>
          </p:cNvPr>
          <p:cNvSpPr>
            <a:spLocks noGrp="1"/>
          </p:cNvSpPr>
          <p:nvPr/>
        </p:nvSpPr>
        <p:spPr>
          <a:xfrm>
            <a:off x="6953250" y="32956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ECDD01-44EE-4D09-9639-E59C3C350593}"/>
              </a:ext>
            </a:extLst>
          </p:cNvPr>
          <p:cNvSpPr>
            <a:spLocks noGrp="1"/>
          </p:cNvSpPr>
          <p:nvPr/>
        </p:nvSpPr>
        <p:spPr>
          <a:xfrm>
            <a:off x="7229475" y="2266950"/>
            <a:ext cx="1943100" cy="2476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25C8E1-8720-4B8B-BE76-6A23AF3B0700}"/>
              </a:ext>
            </a:extLst>
          </p:cNvPr>
          <p:cNvSpPr>
            <a:spLocks noGrp="1"/>
          </p:cNvSpPr>
          <p:nvPr/>
        </p:nvSpPr>
        <p:spPr>
          <a:xfrm>
            <a:off x="7419975" y="2457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658D5-EB5E-4D3E-B527-62A15D123519}"/>
              </a:ext>
            </a:extLst>
          </p:cNvPr>
          <p:cNvSpPr>
            <a:spLocks noGrp="1"/>
          </p:cNvSpPr>
          <p:nvPr/>
        </p:nvSpPr>
        <p:spPr>
          <a:xfrm>
            <a:off x="7419975" y="31623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Belajar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2A42C5-2974-4D94-A8D7-E02F10DB1A49}"/>
              </a:ext>
            </a:extLst>
          </p:cNvPr>
          <p:cNvSpPr>
            <a:spLocks noGrp="1"/>
          </p:cNvSpPr>
          <p:nvPr/>
        </p:nvSpPr>
        <p:spPr>
          <a:xfrm>
            <a:off x="7419975" y="3676650"/>
            <a:ext cx="1562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Buka detail, ikuti langkah, tonton video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EEEC46-D4A7-484A-B866-BF31E748A0BD}"/>
              </a:ext>
            </a:extLst>
          </p:cNvPr>
          <p:cNvSpPr>
            <a:spLocks noGrp="1"/>
          </p:cNvSpPr>
          <p:nvPr/>
        </p:nvSpPr>
        <p:spPr>
          <a:xfrm>
            <a:off x="9229725" y="32956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B16A72-3475-4AD7-B266-E0BA3D92B3B5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1943100" cy="247650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17ECE8-0BB9-4588-AAF8-20B2DC57B1FF}"/>
              </a:ext>
            </a:extLst>
          </p:cNvPr>
          <p:cNvSpPr>
            <a:spLocks noGrp="1"/>
          </p:cNvSpPr>
          <p:nvPr/>
        </p:nvSpPr>
        <p:spPr>
          <a:xfrm>
            <a:off x="9696450" y="24574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4ACAE2-8348-4D4F-8800-34C511F08843}"/>
              </a:ext>
            </a:extLst>
          </p:cNvPr>
          <p:cNvSpPr>
            <a:spLocks noGrp="1"/>
          </p:cNvSpPr>
          <p:nvPr/>
        </p:nvSpPr>
        <p:spPr>
          <a:xfrm>
            <a:off x="9696450" y="31623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Interaksi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505547-055A-44CC-90A5-899713093726}"/>
              </a:ext>
            </a:extLst>
          </p:cNvPr>
          <p:cNvSpPr>
            <a:spLocks noGrp="1"/>
          </p:cNvSpPr>
          <p:nvPr/>
        </p:nvSpPr>
        <p:spPr>
          <a:xfrm>
            <a:off x="9696450" y="3676650"/>
            <a:ext cx="15621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Simpan, beri rating, ulasan, atau tanya AI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0ED32D-F359-4D41-9AA9-095B745FF41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111"/>
          </a:bodyPr>
          <a:lstStyle/>
          <a:p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Alur ini menjaga pengguna baru tetap bisa menilai konten, lalu memberi alasan jelas untuk masuk saat ingin berinteraksi.</a:t>
            </a:r>
          </a:p>
        </p:txBody>
      </p:sp>
    </p:spTree>
    <p:extLst>
      <p:ext uri="{BB962C8B-B14F-4D97-AF65-F5344CB8AC3E}">
        <p14:creationId xmlns:p14="http://schemas.microsoft.com/office/powerpoint/2010/main" val="107012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FD736EE-7E3F-481E-B7B8-E87DF4D2C39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6614E-2D74-43CB-890A-3D5CE8D553A1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Implementasi teknis mobile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432B1-6CCF-4419-9DD8-D80116DA4F25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21FF2-2FCE-4B7F-B278-466D624A41AB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BAD81-060C-4695-A5ED-FA3BE4F0828E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CD8E4-677A-436E-9724-E8719E97E153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2457450" cy="2571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406D5E-92B2-4431-81AA-921FD3EDC5F1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201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UI Compose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F2E7D-171C-4B77-B88F-24B4BC7CF6A1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2019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Home, Detail, Search/AI, Create, Collection, Profile, Notifications, Verify Creator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8F4B75-6F1D-412B-8309-07D53CCBEB18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F87B93-E343-4594-8893-B449E3B2A0A1}"/>
              </a:ext>
            </a:extLst>
          </p:cNvPr>
          <p:cNvSpPr>
            <a:spLocks noGrp="1"/>
          </p:cNvSpPr>
          <p:nvPr/>
        </p:nvSpPr>
        <p:spPr>
          <a:xfrm>
            <a:off x="3248025" y="2152650"/>
            <a:ext cx="2457450" cy="2571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7C8495-8FBF-434F-9334-7E3D14AE500B}"/>
              </a:ext>
            </a:extLst>
          </p:cNvPr>
          <p:cNvSpPr>
            <a:spLocks noGrp="1"/>
          </p:cNvSpPr>
          <p:nvPr/>
        </p:nvSpPr>
        <p:spPr>
          <a:xfrm>
            <a:off x="3457575" y="2419350"/>
            <a:ext cx="201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B38BB9-5ECE-443C-A8E5-C5D99FED9426}"/>
              </a:ext>
            </a:extLst>
          </p:cNvPr>
          <p:cNvSpPr>
            <a:spLocks noGrp="1"/>
          </p:cNvSpPr>
          <p:nvPr/>
        </p:nvSpPr>
        <p:spPr>
          <a:xfrm>
            <a:off x="3457575" y="3067050"/>
            <a:ext cx="2019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State aplikasi, session restore, request API, validasi form, dan aksi user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1F096A-66F2-4ADD-BB92-A17CB7367C94}"/>
              </a:ext>
            </a:extLst>
          </p:cNvPr>
          <p:cNvSpPr>
            <a:spLocks noGrp="1"/>
          </p:cNvSpPr>
          <p:nvPr/>
        </p:nvSpPr>
        <p:spPr>
          <a:xfrm>
            <a:off x="5724525" y="32004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C8B1C7-EF9D-44BC-AD36-359B1591F9B0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2457450" cy="257175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095203-0FF9-41C0-B2D0-246DB9E93A55}"/>
              </a:ext>
            </a:extLst>
          </p:cNvPr>
          <p:cNvSpPr>
            <a:spLocks noGrp="1"/>
          </p:cNvSpPr>
          <p:nvPr/>
        </p:nvSpPr>
        <p:spPr>
          <a:xfrm>
            <a:off x="6305550" y="2419350"/>
            <a:ext cx="201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Retrofit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046EA3-1390-4AD1-81DE-4540E8A38BCE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2019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Bearer token, Gson converter, endpoint mobile recipes, collection, reviews, AI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3B4BF-4100-4AC6-A891-C48F5F263A72}"/>
              </a:ext>
            </a:extLst>
          </p:cNvPr>
          <p:cNvSpPr>
            <a:spLocks noGrp="1"/>
          </p:cNvSpPr>
          <p:nvPr/>
        </p:nvSpPr>
        <p:spPr>
          <a:xfrm>
            <a:off x="8572500" y="32004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8F75DD-197D-4D02-8A92-82870125E255}"/>
              </a:ext>
            </a:extLst>
          </p:cNvPr>
          <p:cNvSpPr>
            <a:spLocks noGrp="1"/>
          </p:cNvSpPr>
          <p:nvPr/>
        </p:nvSpPr>
        <p:spPr>
          <a:xfrm>
            <a:off x="8943975" y="2152650"/>
            <a:ext cx="2457450" cy="2571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2C4397-C5E7-45E4-9895-7F50F05B0678}"/>
              </a:ext>
            </a:extLst>
          </p:cNvPr>
          <p:cNvSpPr>
            <a:spLocks noGrp="1"/>
          </p:cNvSpPr>
          <p:nvPr/>
        </p:nvSpPr>
        <p:spPr>
          <a:xfrm>
            <a:off x="9153525" y="2419350"/>
            <a:ext cx="2019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05D6D6-51F3-4411-B43D-0AB1280927EB}"/>
              </a:ext>
            </a:extLst>
          </p:cNvPr>
          <p:cNvSpPr>
            <a:spLocks noGrp="1"/>
          </p:cNvSpPr>
          <p:nvPr/>
        </p:nvSpPr>
        <p:spPr>
          <a:xfrm>
            <a:off x="9153525" y="3067050"/>
            <a:ext cx="2019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Sumber data resep, autentikasi, creator, video, notifikasi, dan admin verification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E15F97-F029-4402-B4F3-5F31DA6A3CF2}"/>
              </a:ext>
            </a:extLst>
          </p:cNvPr>
          <p:cNvSpPr>
            <a:spLocks noGrp="1"/>
          </p:cNvSpPr>
          <p:nvPr/>
        </p:nvSpPr>
        <p:spPr>
          <a:xfrm>
            <a:off x="400050" y="5200650"/>
            <a:ext cx="11391900" cy="571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0F7EEF-336C-4402-92F1-9F6A01107F4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Stack: Kotlin, Jetpack Compose, Navigation Compose, Material 3, Retrofit, OkHttp, Gson, Coil, SharedPreferences, dan Android VideoView.</a:t>
            </a:r>
          </a:p>
        </p:txBody>
      </p:sp>
    </p:spTree>
    <p:extLst>
      <p:ext uri="{BB962C8B-B14F-4D97-AF65-F5344CB8AC3E}">
        <p14:creationId xmlns:p14="http://schemas.microsoft.com/office/powerpoint/2010/main" val="182733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677DCB0-8EA0-4E06-B8A9-960E28EF4D4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IMPLEMENTED SCREENS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A194A8-986D-41CE-80CA-EAD2C168B585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Hasil layar dan fungsi mobile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341CB9-FC5E-4289-97DA-76C36AB5C2FB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8A5B0-634F-4DC0-838A-1CC0D400D4E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1BC059-9985-47B3-841E-2F1FA0C1FBF4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B82B3-B002-49AC-94D9-C4D594435454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3562350" cy="3238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4341AE-4DF9-416B-AD93-82C73B946B1A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266700" cy="266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356A29-38E4-42D5-B96A-317A75DB58EF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Penemuan resep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F1DCD-2C54-420F-8EEF-4DDEF191E0B7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Beranda dengan daftar resep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Search bar dan filter sort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Kartu resep dengan foto, rating, video tag, dan save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18919D-D4F1-4542-B1B2-51CFFE28F246}"/>
              </a:ext>
            </a:extLst>
          </p:cNvPr>
          <p:cNvSpPr>
            <a:spLocks noGrp="1"/>
          </p:cNvSpPr>
          <p:nvPr/>
        </p:nvSpPr>
        <p:spPr>
          <a:xfrm>
            <a:off x="4314825" y="2190750"/>
            <a:ext cx="3562350" cy="323850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651FCB-52E4-455D-9F33-FD3D65A7F097}"/>
              </a:ext>
            </a:extLst>
          </p:cNvPr>
          <p:cNvSpPr>
            <a:spLocks noGrp="1"/>
          </p:cNvSpPr>
          <p:nvPr/>
        </p:nvSpPr>
        <p:spPr>
          <a:xfrm>
            <a:off x="4581525" y="2495550"/>
            <a:ext cx="266700" cy="2667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0BFE59-1103-40BD-9015-148AC84E90BD}"/>
              </a:ext>
            </a:extLst>
          </p:cNvPr>
          <p:cNvSpPr>
            <a:spLocks noGrp="1"/>
          </p:cNvSpPr>
          <p:nvPr/>
        </p:nvSpPr>
        <p:spPr>
          <a:xfrm>
            <a:off x="4581525" y="3028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Belajar &amp; interaksi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D8711-DE3B-4B01-9931-8508692E7BD4}"/>
              </a:ext>
            </a:extLst>
          </p:cNvPr>
          <p:cNvSpPr>
            <a:spLocks noGrp="1"/>
          </p:cNvSpPr>
          <p:nvPr/>
        </p:nvSpPr>
        <p:spPr>
          <a:xfrm>
            <a:off x="4581525" y="36576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Detail resep dengan bahan, alat, langkah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Video cooking class untuk user login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Komentar, rating, simpan koleksi, dan Tanya 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2AC808-A794-4B55-AE51-C312E0D18E2A}"/>
              </a:ext>
            </a:extLst>
          </p:cNvPr>
          <p:cNvSpPr>
            <a:spLocks noGrp="1"/>
          </p:cNvSpPr>
          <p:nvPr/>
        </p:nvSpPr>
        <p:spPr>
          <a:xfrm>
            <a:off x="8229600" y="2190750"/>
            <a:ext cx="3562350" cy="32385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9CAAEB-0888-4292-9A6E-14DF73B82DE7}"/>
              </a:ext>
            </a:extLst>
          </p:cNvPr>
          <p:cNvSpPr>
            <a:spLocks noGrp="1"/>
          </p:cNvSpPr>
          <p:nvPr/>
        </p:nvSpPr>
        <p:spPr>
          <a:xfrm>
            <a:off x="8496300" y="2495550"/>
            <a:ext cx="266700" cy="2667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95C26-32D6-4E00-8E45-2A7AA9763E56}"/>
              </a:ext>
            </a:extLst>
          </p:cNvPr>
          <p:cNvSpPr>
            <a:spLocks noGrp="1"/>
          </p:cNvSpPr>
          <p:nvPr/>
        </p:nvSpPr>
        <p:spPr>
          <a:xfrm>
            <a:off x="8496300" y="3028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Kontribusi &amp; akun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A828A-F4BD-48F3-88FE-5CBEB62F0FD6}"/>
              </a:ext>
            </a:extLst>
          </p:cNvPr>
          <p:cNvSpPr>
            <a:spLocks noGrp="1"/>
          </p:cNvSpPr>
          <p:nvPr/>
        </p:nvSpPr>
        <p:spPr>
          <a:xfrm>
            <a:off x="8496300" y="36576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Form buat/edit resep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Upload foto dan video MP4 untuk creator</a:t>
            </a:r>
          </a:p>
          <a:p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- Profil, edit profil, notifikasi, dan pengajuan creator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10B28C-050F-4236-8219-ADE29C4DD723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Catatan: deck ini memakai bukti struktur source code Android dan asset logo; screenshot runtime tidak tersedia di repo.</a:t>
            </a:r>
          </a:p>
        </p:txBody>
      </p:sp>
    </p:spTree>
    <p:extLst>
      <p:ext uri="{BB962C8B-B14F-4D97-AF65-F5344CB8AC3E}">
        <p14:creationId xmlns:p14="http://schemas.microsoft.com/office/powerpoint/2010/main" val="165787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B600FF-5C2B-4D52-95C3-E9B04319CFE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ACCEPTANCE COVERAGE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76E419-1404-4D05-A9A5-F24A5573323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Validasi terhadap user 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C1DF7F-2000-47DA-94E0-A8D88974BF7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89FEB-C327-4CF9-B546-40CF6CAAE5C2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E266FD-04CA-41CA-8DD5-FA60264D8AFD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400050" y="2095500"/>
          <a:ext cx="11391900" cy="3333750"/>
        </p:xfrm>
        <a:graphic>
          <a:graphicData uri="http://schemas.openxmlformats.org/drawingml/2006/table">
            <a:tbl>
              <a:tblPr firstRow="1" bandRow="1"/>
              <a:tblGrid>
                <a:gridCol w="236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9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8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Story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Bukti hasil aplikasi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Akses &amp; akun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US-01, US-02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Terimplementasi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Guest bisa masuk sebagai tamu; login/register membuka fitur penuh.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Penemuan resep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Terimplementasi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Pencarian resep melalui query dan sort pada endpoint mobile recipes.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Interaksi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US-04, US-05, US-07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Terimplementasi inti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Koleksi, video detail, ulasan/rating, dan konsultasi AI tersedia.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Kontribusi konten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US-06, US-08, US-09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Terimplementasi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Form resep mendukung alat, bahan, langkah, foto, dan video MP4 untuk creator.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Admin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US-10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Didukung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Mobile menyediakan pengajuan creator; persetujuan akhir berada pada sisi admin/backend.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910D3D4-7D50-48DE-95FA-615F2725588D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Status disusun dari user story terlampir dan pembacaan source code mobile Android.</a:t>
            </a:r>
          </a:p>
        </p:txBody>
      </p:sp>
    </p:spTree>
    <p:extLst>
      <p:ext uri="{BB962C8B-B14F-4D97-AF65-F5344CB8AC3E}">
        <p14:creationId xmlns:p14="http://schemas.microsoft.com/office/powerpoint/2010/main" val="56437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485CE6B-3100-4A50-829A-2B2972CF371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8D54F-8061-4553-98D9-2E8619E9D2DD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Nilai yang dihasilkan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2DB6F-11EE-4EB5-A232-D770188A5A96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7DC62-CE81-4CCC-B0E8-5AD551FADA70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3240C2-3684-45AF-962F-F1BD58ED0600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EB7FE-269F-460D-9A63-4DF9D5384263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3429000" cy="25527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D5D63-8D16-412C-BE56-4B03CDFDE353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FE709-6531-4E24-BC49-160965130DAD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Belajar lebih terarah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49C58E-A1E2-4E42-8307-5995B322CE93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29718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Resep memiliki bahan, alat, estimasi waktu, kesulitan, dan langkah sehingga pemula punya urutan belajar yang jelas.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1E5679-FC60-4C7C-A86F-EEEBC0EB9CE9}"/>
              </a:ext>
            </a:extLst>
          </p:cNvPr>
          <p:cNvSpPr>
            <a:spLocks noGrp="1"/>
          </p:cNvSpPr>
          <p:nvPr/>
        </p:nvSpPr>
        <p:spPr>
          <a:xfrm>
            <a:off x="4381500" y="2209800"/>
            <a:ext cx="3429000" cy="255270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A49DA3-C4E5-48B7-9A7F-B8E6DD90C579}"/>
              </a:ext>
            </a:extLst>
          </p:cNvPr>
          <p:cNvSpPr>
            <a:spLocks noGrp="1"/>
          </p:cNvSpPr>
          <p:nvPr/>
        </p:nvSpPr>
        <p:spPr>
          <a:xfrm>
            <a:off x="4610100" y="2476500"/>
            <a:ext cx="171450" cy="1714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C3F7B-30CB-4F78-AD46-ABBE95D6764A}"/>
              </a:ext>
            </a:extLst>
          </p:cNvPr>
          <p:cNvSpPr>
            <a:spLocks noGrp="1"/>
          </p:cNvSpPr>
          <p:nvPr/>
        </p:nvSpPr>
        <p:spPr>
          <a:xfrm>
            <a:off x="4610100" y="28003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Konten lokal mudah diakses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CDA301-AA8C-4E5E-9569-42B9D212EE50}"/>
              </a:ext>
            </a:extLst>
          </p:cNvPr>
          <p:cNvSpPr>
            <a:spLocks noGrp="1"/>
          </p:cNvSpPr>
          <p:nvPr/>
        </p:nvSpPr>
        <p:spPr>
          <a:xfrm>
            <a:off x="4610100" y="3238500"/>
            <a:ext cx="29718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Fokus resep dan bahan yang dekat dengan pengguna Indonesia membuat aplikasi relevan untuk masak harian di rumah.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B3726-CFCC-4D7E-B2A3-2B5751D80325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3429000" cy="25527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F273E9-3EFA-4CFE-8D1D-CFD618D614E7}"/>
              </a:ext>
            </a:extLst>
          </p:cNvPr>
          <p:cNvSpPr>
            <a:spLocks noGrp="1"/>
          </p:cNvSpPr>
          <p:nvPr/>
        </p:nvSpPr>
        <p:spPr>
          <a:xfrm>
            <a:off x="8591550" y="2476500"/>
            <a:ext cx="171450" cy="1714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7B921-6630-4556-BA36-253692CDB1F1}"/>
              </a:ext>
            </a:extLst>
          </p:cNvPr>
          <p:cNvSpPr>
            <a:spLocks noGrp="1"/>
          </p:cNvSpPr>
          <p:nvPr/>
        </p:nvSpPr>
        <p:spPr>
          <a:xfrm>
            <a:off x="8591550" y="28003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Mandiri namun terbantu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8E8ABD-B14A-4FA6-8A73-F4D2FC180489}"/>
              </a:ext>
            </a:extLst>
          </p:cNvPr>
          <p:cNvSpPr>
            <a:spLocks noGrp="1"/>
          </p:cNvSpPr>
          <p:nvPr/>
        </p:nvSpPr>
        <p:spPr>
          <a:xfrm>
            <a:off x="8591550" y="3238500"/>
            <a:ext cx="29718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Pengguna bisa menyimpan resep, belajar dari video, menilai hasil, dan bertanya ke AI saat menemui masalah memasak.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F15895-2FFA-44EC-B791-D49DD798C0DA}"/>
              </a:ext>
            </a:extLst>
          </p:cNvPr>
          <p:cNvSpPr>
            <a:spLocks noGrp="1"/>
          </p:cNvSpPr>
          <p:nvPr/>
        </p:nvSpPr>
        <p:spPr>
          <a:xfrm>
            <a:off x="1162050" y="5372100"/>
            <a:ext cx="9867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ct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Dengan alur ini, CuBu menjadi platform belajar memasak yang tidak hanya menampilkan resep, tetapi juga mendukung proses belajar sampai evaluasi hasil.</a:t>
            </a:r>
          </a:p>
        </p:txBody>
      </p:sp>
    </p:spTree>
    <p:extLst>
      <p:ext uri="{BB962C8B-B14F-4D97-AF65-F5344CB8AC3E}">
        <p14:creationId xmlns:p14="http://schemas.microsoft.com/office/powerpoint/2010/main" val="159602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3865DE-D1DA-4A64-A0BD-BA56F56CE24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CLOSING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CAEED-6F07-41A9-93F5-43013322A86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Kesimpulan dan pengembangan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A2D38-48B4-47C6-A253-76AD4DFA2019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DAB49-49CF-45FF-9796-EB9C74FFC8FE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CuBu - Hasil Aplikasi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0270B5-E48B-4ABB-9C29-B73D4FEF94AF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0FFD8-3CDF-41FC-97CF-510A9BEC7F79}"/>
              </a:ext>
            </a:extLst>
          </p:cNvPr>
          <p:cNvSpPr>
            <a:spLocks noGrp="1"/>
          </p:cNvSpPr>
          <p:nvPr/>
        </p:nvSpPr>
        <p:spPr>
          <a:xfrm>
            <a:off x="400050" y="198120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333"/>
          </a:bodyPr>
          <a:lstStyle/>
          <a:p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CuBu berhasil menerjemahkan kebutuhan cookbook lokal menjadi aplikasi mobile yang dapat dipakai untuk eksplorasi resep, pembelajaran bertahap, interaksi komunitas, kontribusi creator, dan bantuan AI.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CAC07-9C2A-4958-ADCE-B1AFA13B4C6D}"/>
              </a:ext>
            </a:extLst>
          </p:cNvPr>
          <p:cNvSpPr>
            <a:spLocks noGrp="1"/>
          </p:cNvSpPr>
          <p:nvPr/>
        </p:nvSpPr>
        <p:spPr>
          <a:xfrm>
            <a:off x="8039100" y="2038350"/>
            <a:ext cx="3333750" cy="3333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74E8D3-1D5A-4D3C-AB7D-3319FCC77866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7BBAF-F1A8-4A4F-A554-8268BA39FD19}"/>
              </a:ext>
            </a:extLst>
          </p:cNvPr>
          <p:cNvSpPr>
            <a:spLocks noGrp="1"/>
          </p:cNvSpPr>
          <p:nvPr/>
        </p:nvSpPr>
        <p:spPr>
          <a:xfrm>
            <a:off x="8420100" y="3067050"/>
            <a:ext cx="25717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255"/>
          </a:bodyPr>
          <a:lstStyle/>
          <a:p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Perkuat dashboard admin dan moderasi konten</a:t>
            </a:r>
          </a:p>
          <a:p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Tambahkan rekomendasi resep berbasis preferensi</a:t>
            </a:r>
          </a:p>
          <a:p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Sempurnakan penanganan koneksi video</a:t>
            </a:r>
          </a:p>
          <a:p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 Tambahkan test untuk edge case acceptance criteria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7FA34-8240-43DB-91EE-7374CB44072C}"/>
              </a:ext>
            </a:extLst>
          </p:cNvPr>
          <p:cNvSpPr>
            <a:spLocks noGrp="1"/>
          </p:cNvSpPr>
          <p:nvPr/>
        </p:nvSpPr>
        <p:spPr>
          <a:xfrm>
            <a:off x="400050" y="3981450"/>
            <a:ext cx="6819900" cy="876300"/>
          </a:xfrm>
          <a:prstGeom prst="rect">
            <a:avLst/>
          </a:prstGeom>
          <a:solidFill>
            <a:srgbClr val="FFF0E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E480ED-DB1A-41EE-8927-3E3983662335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410"/>
          </a:bodyPr>
          <a:lstStyle/>
          <a:p>
            <a:pPr algn="ctr">
              <a:def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2410C"/>
                </a:solidFill>
                <a:latin typeface="Helvetica Neue"/>
                <a:ea typeface="Helvetica Neue"/>
                <a:cs typeface="Helvetica Neue"/>
              </a:rPr>
              <a:t>Siap dipresentasikan sebagai hasil aplikasi mobile Cookbook Final Project.</a:t>
            </a:r>
          </a:p>
        </p:txBody>
      </p:sp>
    </p:spTree>
    <p:extLst>
      <p:ext uri="{BB962C8B-B14F-4D97-AF65-F5344CB8AC3E}">
        <p14:creationId xmlns:p14="http://schemas.microsoft.com/office/powerpoint/2010/main" val="18059622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DocSecurity>0</DocSecurity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Naufal Budianto</cp:lastModifiedBy>
  <cp:revision>1</cp:revision>
  <dcterms:created xsi:type="dcterms:W3CDTF">2026-06-25T06:35:30Z</dcterms:created>
  <dcterms:modified xsi:type="dcterms:W3CDTF">2026-06-25T06:39:25Z</dcterms:modified>
</cp:coreProperties>
</file>